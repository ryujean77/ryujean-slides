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905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9A876"/>
                </a:solidFill>
              </a:defRPr>
            </a:pPr>
            <a:r>
              <a:t>THE WISDOM OF SASANG CONSTITUTION BOUTIQUE SPA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</a:defRPr>
            </a:pPr>
            <a:r>
              <a:t>사상체질 기반 프리미엄 웰니스 스파</a:t>
            </a:r>
          </a:p>
          <a:p>
            <a:pPr>
              <a:spcAft>
                <a:spcPts val="2400"/>
              </a:spcAft>
              <a:defRPr sz="1600">
                <a:solidFill>
                  <a:srgbClr val="C9A876"/>
                </a:solidFill>
              </a:defRPr>
            </a:pPr>
            <a:r>
              <a:t>한국 고유의 사상체질 의학 × 최고급 100% 순수 에센셜 오일 × 현대 바이오 데이터 융합</a:t>
            </a:r>
          </a:p>
          <a:p>
            <a:pPr>
              <a:spcAft>
                <a:spcPts val="2000"/>
              </a:spcAft>
              <a:defRPr sz="1300">
                <a:solidFill>
                  <a:srgbClr val="E6DCC8"/>
                </a:solidFill>
              </a:defRPr>
            </a:pPr>
            <a:r>
              <a:t>👑 현대인의 고질적 불균형을 해결하는 1:1 맞춤 신체 리셋 솔루션 기획제안서</a:t>
            </a:r>
          </a:p>
          <a:p>
            <a:pPr>
              <a:defRPr sz="1100">
                <a:solidFill>
                  <a:srgbClr val="BEB4A0"/>
                </a:solidFill>
              </a:defRPr>
            </a:pPr>
            <a:r>
              <a:t>• 총괄 디렉터: 유정근 (010-4728-9917 | ryujean77@gmail.com)</a:t>
            </a:r>
            <a:br/>
            <a:r>
              <a:t>• 학술/의학 총괄: 임동구 식품공학박사 (010-2323-4662 | ydoko@daum.net)</a:t>
            </a:r>
            <a:br/>
            <a:r>
              <a:t>• 공식 온라인 웹 포털: https://ryujean77.github.io/ryujean-slides/sasang-spa/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Problem Statement : 기존 스파와 디톡스의 3대 치명적 한계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383280" cy="5120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01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획일적 처방의 부작용 ('One-Size-Fits-All')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기존 스파는 '만인에게 좋은 것'이라는 전제로 라벤더/페퍼민트/온열 사우나를 획일 적용합니다.</a:t>
            </a:r>
            <a:br/>
            <a:br/>
            <a:r>
              <a:t>⚠️ 위험성: 열이 많은 사람에게 고온 사우나나 진저 오일을 쓰면 두통·상열감·불면이 악화되고, 몸이 찬 사람에게 찬 탄산스파나 페퍼민트를 쓰면 극심한 냉증과 복통을 유발합니다.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383280" cy="5120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02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1회성 마사지의 한계 (Temporary Relief)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단순 오일 마사지는 표층 근육만 일시적으로 만져줄 뿐, 체내 장부(간·폐·비·신)의 대사 불균형과 심부 노폐물 정체를 해결하지 못합니다.</a:t>
            </a:r>
            <a:br/>
            <a:br/>
            <a:r>
              <a:t>⚠️ 한계: 스파 당일 밤만 잠시 편안할 뿐, 다음 날 아침이면 피로와 뻐근함이 100% 원상복귀되는 악순환이 반복됩니다.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383280" cy="5120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03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무분별한 디톡스의 역효과 (Blind Detox)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체질을 무시한 유행성 디톡스 주스(케일/오이 등 찬 성질)나 무작정 굶는 단식은 소화기 장부를 심각하게 훼손합니다.</a:t>
            </a:r>
            <a:br/>
            <a:br/>
            <a:r>
              <a:t>⚠️ 피해: 비위가 찬 소음인에게 찬 녹즙은 위장 마비를 일으키고, 고단백 육류 과다는 태양인의 간 해독력을 파괴합니다.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Our Solution : 사상체질 스파가 제시하는 3대 근본 해결책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383280" cy="5120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E5A3C"/>
                </a:solidFill>
              </a:defRPr>
            </a:pPr>
            <a:r>
              <a:t>SOLUTION 01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장부대소 기반 0% 부작용 초개인화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1894년 이제마의 해부생리학과 생체 데이터를 결합하여 간·폐·비·신의 장부 용량을 정밀 진단합니다.</a:t>
            </a:r>
            <a:br/>
            <a:br/>
            <a:r>
              <a:t>✨ 해결: 오직 내 몸의 장부 편차에만 유효한 최고급 100% 순수 에센셜 오일과 맞춤 수온(41℃ 온열탕 vs 38.5℃ 쿨링탕)을 처방하여 부작용을 원천 차단합니다.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383280" cy="5120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E5A3C"/>
                </a:solidFill>
              </a:defRPr>
            </a:pPr>
            <a:r>
              <a:t>SOLUTION 02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3중 융합 신체 리셋 (스파+단식+섭생)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80분 이원화 바디 테라피(수기 지압+순수 오일 림프 드레나쥐)와 저녁 18:00~익일 06:00 12시간 단식(자가포식)을 결합합니다.</a:t>
            </a:r>
            <a:br/>
            <a:br/>
            <a:r>
              <a:t>✨ 해결: 단식으로 세포 내 찌꺼기를 청소하고, 기상 직후 4대 체질 맞춤 영양 미역국 조식으로 장부를 완벽히 영양 재건합니다.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383280" cy="5120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6304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E5A3C"/>
                </a:solidFill>
              </a:defRPr>
            </a:pPr>
            <a:r>
              <a:t>SOLUTION 03</a:t>
            </a:r>
          </a:p>
          <a:p>
            <a:pPr>
              <a:spcAft>
                <a:spcPts val="1200"/>
              </a:spcAft>
              <a:defRPr sz="1500" b="1">
                <a:solidFill>
                  <a:srgbClr val="241E19"/>
                </a:solidFill>
              </a:defRPr>
            </a:pPr>
            <a:r>
              <a:t>평생 지속 가능한 바이오 LTV 라이프스타일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1회성 방문을 넘어 DTC 유전자 분석 및 장내 미생물(마이크로바이옴) 키트를 연동하여 1:1 모바일 바이오 리포트를 발행합니다.</a:t>
            </a:r>
            <a:br/>
            <a:br/>
            <a:r>
              <a:t>✨ 해결: 일상 복귀 후에도 모바일 웹 처방전과 월간 맞춤 오일 정기구독(LRP)을 통해 체질 섭생을 평생 습관화합니다.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FOUR BODY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4대 사상체질 심층 처방 매트릭스 (Four Constitutions)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2286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7F48"/>
                </a:solidFill>
              </a:defRPr>
            </a:pPr>
            <a:r>
              <a:t>태음인 (肝大肺小)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간 기능 강함 / 폐·기관지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 문제: 노폐물/림프 정체, 기관지 건조, 부종</a:t>
            </a:r>
            <a:br/>
            <a:br/>
            <a:r>
              <a:t>💡 스파 해법:</a:t>
            </a:r>
            <a:br/>
            <a:r>
              <a:t>• 디톡스 림프 배농 &amp; 에어 스팀 스파</a:t>
            </a:r>
            <a:br/>
            <a:r>
              <a:t>• 유칼립투스, 이지에어, 샌달우드 오일</a:t>
            </a:r>
            <a:br/>
            <a:r>
              <a:t>• 소고기 양지 들깨 미역국 + 율무밥</a:t>
            </a:r>
            <a:br/>
            <a:r>
              <a:t>• 황색 가운 / 우측 4지 은반지 의전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20"/>
            <a:ext cx="2286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5A3C"/>
                </a:solidFill>
              </a:defRPr>
            </a:pPr>
            <a:r>
              <a:t>소양인 (脾大腎小)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소화기 열 많음 / 신장 음기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 문제: 상열감, 편두통, 가슴 답답, 불면증</a:t>
            </a:r>
            <a:br/>
            <a:br/>
            <a:r>
              <a:t>💡 스파 해법:</a:t>
            </a:r>
            <a:br/>
            <a:r>
              <a:t>• 38.5℃ 쿨링 하이드로 탄산 스파</a:t>
            </a:r>
            <a:br/>
            <a:r>
              <a:t>• 페퍼민트, 라벤더, 세레니티 뇌파 진정</a:t>
            </a:r>
            <a:br/>
            <a:r>
              <a:t>• 돼지고기 수육 / 조개 미역국 + 보리밥</a:t>
            </a:r>
            <a:br/>
            <a:r>
              <a:t>• 청색 가운 / 좌측 2지 은반지 의전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17320"/>
            <a:ext cx="2286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7F48"/>
                </a:solidFill>
              </a:defRPr>
            </a:pPr>
            <a:r>
              <a:t>소음인 (腎大脾小)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신장 기능 튼튼 / 비위 차고 약함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 문제: 수족냉증, 위장 냉증, 만성 소화불량</a:t>
            </a:r>
            <a:br/>
            <a:br/>
            <a:r>
              <a:t>💡 스파 해법:</a:t>
            </a:r>
            <a:br/>
            <a:r>
              <a:t>• 41℃ 온열 족욕 + 1시간 온열 챔버(체온 1℃ 상승)</a:t>
            </a:r>
            <a:br/>
            <a:r>
              <a:t>• 진저, 온가드, 시나몬 코어 웜업</a:t>
            </a:r>
            <a:br/>
            <a:r>
              <a:t>• 닭가슴살 황기 보양 미역국 + 찹쌀밥</a:t>
            </a:r>
            <a:br/>
            <a:r>
              <a:t>• 백색 가운 / 우측 3지 은반지 의전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417320"/>
            <a:ext cx="2286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5A3C"/>
                </a:solidFill>
              </a:defRPr>
            </a:pPr>
            <a:r>
              <a:t>태양인 (肺大肝小)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폐 기능 강함 / 간 해독·하체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 문제: 기운 상기증, 목덜미 강직, 하지 무력</a:t>
            </a:r>
            <a:br/>
            <a:br/>
            <a:r>
              <a:t>💡 스파 해법:</a:t>
            </a:r>
            <a:br/>
            <a:r>
              <a:t>• 단전 호흡 태극선법 기체조(그라운딩)</a:t>
            </a:r>
            <a:br/>
            <a:r>
              <a:t>• 베티버, 프랑킨센스 기운 하강 오일</a:t>
            </a:r>
            <a:br/>
            <a:r>
              <a:t>• 완도산 전복 홍합 맑은 해물 미역국 + 메밀죽</a:t>
            </a:r>
            <a:br/>
            <a:r>
              <a:t>• 적색 가운 / 좌측 4지 은반지 의전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TREATMENT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10대 시그니처 테라피 트리트먼트 카탈로그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4813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01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웰컴 오리엔테이션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다실 1:1 상담 및 체질별 맞춤 웰컴 티 음용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13716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19" y="14813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02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20분 맞춤 약재 족욕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두한족열 순환. 41℃ 온열탕 vs 38.5℃ 쿨링탕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13716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4813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03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에너지 &amp; 은반지 의전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경락별 은반지 착용 및 4대 컬러 가운 비언어 의전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3716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0064" y="14813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04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12h 단식 &amp; 미역국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18:00~06:00 자가포식 해독 + 4대 체질 맞춤 미역국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13716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46336" y="14813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05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80분 이원화 바디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한의 수기 지압(30분) + 순수 에센셜 오일(50분)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9959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06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티 &amp; 30분 침묵 명상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장인 도자기 다기 시연 &amp; 무언 침묵 명상(부교감 40%)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07791" y="38862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19" y="39959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07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수(水) 산화질소 테라피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NO 수 1.5L 음용 및 15분 전신 나노 미스트 챔버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4064" y="38862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39959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08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온열 테라피 (체온 1℃↑)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42~45℃ 1시간 원적외선 챔버 (면역 NK세포 5배)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0336" y="38862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4" y="39959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09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전통 기체조: 태극선법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단전 호흡 탁기 배출 &amp; 태극선법 8초식 동적 기혈 순환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36608" y="3886200"/>
            <a:ext cx="2057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46336" y="3995928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37F48"/>
                </a:solidFill>
              </a:defRPr>
            </a:pPr>
            <a:r>
              <a:t>THEME 10</a:t>
            </a:r>
          </a:p>
          <a:p>
            <a:pPr>
              <a:spcAft>
                <a:spcPts val="600"/>
              </a:spcAft>
              <a:defRPr sz="1200" b="1">
                <a:solidFill>
                  <a:srgbClr val="241E19"/>
                </a:solidFill>
              </a:defRPr>
            </a:pPr>
            <a:r>
              <a:t>멘탈: 정통 고요 명상</a:t>
            </a:r>
          </a:p>
          <a:p>
            <a:pPr>
              <a:lnSpc>
                <a:spcPct val="120000"/>
              </a:lnSpc>
              <a:defRPr sz="950">
                <a:solidFill>
                  <a:srgbClr val="52463C"/>
                </a:solidFill>
              </a:defRPr>
            </a:pPr>
            <a:r>
              <a:t>사찰/선도 침묵 명상으로 뇌 피로도 70% 감소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SHRIVEDA FOOD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슈리베다식 푸드 테라피 : 12시간 단식 &amp; 4대 체질 미역국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1A3328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C9A876"/>
                </a:solidFill>
              </a:defRPr>
            </a:pPr>
            <a:r>
              <a:t>12시간 단식 자가포식(Autophagy) 프로토콜</a:t>
            </a:r>
          </a:p>
          <a:p>
            <a:pPr>
              <a:lnSpc>
                <a:spcPct val="135000"/>
              </a:lnSpc>
              <a:defRPr sz="1200">
                <a:solidFill>
                  <a:srgbClr val="DCD7C8"/>
                </a:solidFill>
              </a:defRPr>
            </a:pPr>
            <a:r>
              <a:t>• 18:00 저녁 약선 식사 종료 및 12시간 단식 돌입</a:t>
            </a:r>
            <a:br/>
            <a:r>
              <a:t>• 20:00 산화질소(NO) 수 음용 &amp; 30분 침묵 명상</a:t>
            </a:r>
            <a:br/>
            <a:r>
              <a:t>• 06:00 12시간 단식 완료 ➔ 기상 직후 미온수 &amp; 체질 주스</a:t>
            </a:r>
            <a:br/>
            <a:r>
              <a:t>• 07:30 4대 체질 맞춤 영양 미역국 조식 정식 제공</a:t>
            </a:r>
            <a:br/>
            <a:br/>
            <a:r>
              <a:t>💡 자가포식 메커니즘: 소화기를 12시간 동안 완전히 쉬게 함으로써 세포 내 손상된 단백질과 노폐물을 스스로 분해 청소하고 장내 환경을 리셋합니다.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241E19"/>
                </a:solidFill>
              </a:defRPr>
            </a:pPr>
            <a:r>
              <a:t>4대 체질 맞춤 프리미엄 미역국 조식</a:t>
            </a:r>
          </a:p>
          <a:p>
            <a:pPr>
              <a:spcAft>
                <a:spcPts val="800"/>
              </a:spcAft>
              <a:defRPr sz="1150">
                <a:solidFill>
                  <a:srgbClr val="52463C"/>
                </a:solidFill>
              </a:defRPr>
            </a:pPr>
            <a:r>
              <a:t>• 태음인: 소고기 양지 들깨 미역국 + 율무밥</a:t>
            </a:r>
            <a:br/>
            <a:r>
              <a:t>(폐/기관지 윤활 &amp; 고단백 세포 보양)</a:t>
            </a:r>
          </a:p>
          <a:p>
            <a:pPr>
              <a:spcAft>
                <a:spcPts val="800"/>
              </a:spcAft>
              <a:defRPr sz="1150">
                <a:solidFill>
                  <a:srgbClr val="52463C"/>
                </a:solidFill>
              </a:defRPr>
            </a:pPr>
            <a:r>
              <a:t>• 소양인: 돼지고기 수육 미역국 or 맑은 조개 미역국 + 보리밥</a:t>
            </a:r>
            <a:br/>
            <a:r>
              <a:t>(소화기 열 해독 &amp; 신장 음기 보강)</a:t>
            </a:r>
          </a:p>
          <a:p>
            <a:pPr>
              <a:spcAft>
                <a:spcPts val="800"/>
              </a:spcAft>
              <a:defRPr sz="1150">
                <a:solidFill>
                  <a:srgbClr val="52463C"/>
                </a:solidFill>
              </a:defRPr>
            </a:pPr>
            <a:r>
              <a:t>• 소음인: 닭가슴살 황기 보양 미역국 + 찹쌀밥</a:t>
            </a:r>
            <a:br/>
            <a:r>
              <a:t>(위장 심부 보온 &amp; 기력 증진)</a:t>
            </a:r>
          </a:p>
          <a:p>
            <a:pPr>
              <a:spcAft>
                <a:spcPts val="800"/>
              </a:spcAft>
              <a:defRPr sz="1150">
                <a:solidFill>
                  <a:srgbClr val="52463C"/>
                </a:solidFill>
              </a:defRPr>
            </a:pPr>
            <a:r>
              <a:t>• 태양인: 완도산 전복 홍합 맑은 해물 미역국 + 메밀죽</a:t>
            </a:r>
            <a:br/>
            <a:r>
              <a:t>(간 해독 지원 &amp; 하체 기운 강화)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SCIENTIFIC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데이터 기반 4단계 정밀 분석 및 체질 확정 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01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기초 생체 &amp; 병력 문진표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혈압, 공복 혈당, 가족력(심혈관/암)</a:t>
            </a:r>
            <a:br/>
            <a:r>
              <a:t>• 담낭 절제 등 주요 수술력 기록</a:t>
            </a:r>
            <a:br/>
            <a:r>
              <a:t>• 개인별 알레르기 인자 전방위 분석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6304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02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인바디 &amp; 양자/뇌파(EEG)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InBody 770 체수분율 &amp; 림프 정체</a:t>
            </a:r>
            <a:br/>
            <a:r>
              <a:t>• 장부 에너지 과부하/결핍 판독</a:t>
            </a:r>
            <a:br/>
            <a:r>
              <a:t>• High-Beta파 68% 뇌 피로 지수 측정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03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산화질소(NO) 관리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타액 NO 산화질소 스트립 판독</a:t>
            </a:r>
            <a:br/>
            <a:r>
              <a:t>• 혈관 탄성도 측정 및 결핍 진단</a:t>
            </a:r>
            <a:br/>
            <a:r>
              <a:t>• 1일 1.5L 음용 &amp; 나노 미스트 처방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280160"/>
            <a:ext cx="256032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46304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04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사상체질 최종 확정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태음/소양/소음/태양 장부 확정</a:t>
            </a:r>
            <a:br/>
            <a:r>
              <a:t>• 1:1 맞춤 VIP 웹 처방전 발행</a:t>
            </a:r>
            <a:br/>
            <a:r>
              <a:t>• 은반지 착용 및 4대 컬러 가운 배정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EXCLUSIVE RETREATS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VIP 맞춤형 4대 체류 프로그램 (Stay Programs)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6304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2박 3일 (단기 리프레시)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주말 힐링 VIP, 비즈니스 출장객</a:t>
            </a:r>
            <a:br/>
            <a:r>
              <a:t>• 플로우: 진단 ➔ 족욕 ➔ 80분 바디 ➔ 12h 단식 ➔ 태극선법 ➔ 나노 미스트</a:t>
            </a:r>
            <a:br/>
            <a:r>
              <a:t>• 효과: 뇌 피로 70% 감소, 근육 긴장 완화, 숙면 유도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5박 6일 (중기 디톡스)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만성 피로 및 림프 부종 보유자</a:t>
            </a:r>
            <a:br/>
            <a:r>
              <a:t>• 플로우: 1~3일 림프 배농 &amp; 온열(체온 1℃ 상승) ➔ 4~6일 마이크로바이옴 &amp; 기체조</a:t>
            </a:r>
            <a:br/>
            <a:r>
              <a:t>• 효과: 림프 정체 85% 개선, 안색 정화, 활력 복원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15박 16일 (장기 리셋)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대사증후군 개선 희망 기업 최고경영진</a:t>
            </a:r>
            <a:br/>
            <a:r>
              <a:t>• 플로우: DTC 유전자 검사 ➔ 10대 테마 매일 순환 ➔ 1:1 라이프스타일 매뉴얼북</a:t>
            </a:r>
            <a:br/>
            <a:r>
              <a:t>• 효과: 면역 나이 5년 리셋, 평생 섭생 습관 정착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8620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06908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1개월 (특수 집중 케어)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수술 후 회복기 고객, 고령 시니어 VIP</a:t>
            </a:r>
            <a:br/>
            <a:r>
              <a:t>• 플로우: 37.5℃ 무자극 족욕 ➔ 프랑킨센스 세포 진정 ➔ 면역 NK세포 증대</a:t>
            </a:r>
            <a:br/>
            <a:r>
              <a:t>• 시설: 프라이빗 단독 빌라 및 메디컬 스파 룸 배정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41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B9A0"/>
                </a:solidFill>
              </a:defRPr>
            </a:pPr>
            <a:r>
              <a:t>SASANG SPA BOUTIQUE  |  K-WELLNESS HERITAGE &amp; BIOTECH  |  VIP DIRECTORS: 010-4728-9917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21792"/>
            <a:ext cx="2011680" cy="256032"/>
          </a:xfrm>
          <a:prstGeom prst="roundRect">
            <a:avLst/>
          </a:prstGeom>
          <a:solidFill>
            <a:srgbClr val="F8F5EE"/>
          </a:solidFill>
          <a:ln w="1270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3504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A37F48"/>
                </a:solidFill>
              </a:defRPr>
            </a:pPr>
            <a:r>
              <a:t>OUR DIRECTORS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530352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41E19"/>
                </a:solidFill>
              </a:defRPr>
            </a:pPr>
            <a:r>
              <a:t>총괄 연구진 및 디렉터 프로필 (Master Directors)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WELLNESS MASTER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유정근 (Ryu Jean)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웰니스 총괄 디렉터 / 전담 테라피스트</a:t>
            </a:r>
            <a:br/>
            <a:r>
              <a:t>• 사상체질 10대 시그니처 테라피 의전 설계</a:t>
            </a:r>
            <a:br/>
            <a:r>
              <a:t>• 글로벌 호텔/리조트 파트너십 및 브랜드 총괄</a:t>
            </a:r>
            <a:br/>
            <a:r>
              <a:t>• 1:1 VIP 프라이빗 컨설팅 및 트리트먼트 마스터</a:t>
            </a:r>
            <a:br/>
            <a:br/>
            <a:r>
              <a:t>📞 연락처: 010-4728-9917</a:t>
            </a:r>
            <a:br/>
            <a:r>
              <a:t>✉️ 이메일: ryujean77@gmail.com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ACADEMIC &amp; MEDICAL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임동구 박사 (Dr. Dong-Ku Yim)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식품공학박사 / Dr.Yim's 체질라이프스타일 연구소장</a:t>
            </a:r>
            <a:br/>
            <a:r>
              <a:t>• 사상체질 의학의 식품공학적 섭생 연구 권위자</a:t>
            </a:r>
            <a:br/>
            <a:r>
              <a:t>• 4대 체질 맞춤 미역국 &amp; 아로마 배합비 감수</a:t>
            </a:r>
            <a:br/>
            <a:r>
              <a:t>• 현대 생체 데이터 분석 및 체질 확정 알고리즘 구축</a:t>
            </a:r>
            <a:br/>
            <a:br/>
            <a:r>
              <a:t>📞 연락처: 010-2323-4662</a:t>
            </a:r>
            <a:br/>
            <a:r>
              <a:t>✉️ 이메일: ydoko@daum.net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C9A876"/>
                </a:solidFill>
              </a:defRPr>
            </a:pPr>
            <a:r>
              <a:t>K-PREMIUM WELLNESS MASTER PLAN</a:t>
            </a:r>
          </a:p>
          <a:p>
            <a:pPr algn="ctr"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가장 한국적인 사상체질 의학이</a:t>
            </a:r>
            <a:br/>
            <a:r>
              <a:t>가장 세계적인 럭셔리 스파가 됩니다</a:t>
            </a:r>
          </a:p>
          <a:p>
            <a:pPr algn="ctr">
              <a:defRPr sz="1400">
                <a:solidFill>
                  <a:srgbClr val="C9A876"/>
                </a:solidFill>
              </a:defRPr>
            </a:pPr>
            <a:r>
              <a:t>공식 웹 포털 실시간 확인: https://ryujean77.github.io/ryujean-slides/sasang-spa/</a:t>
            </a:r>
            <a:br/>
            <a:r>
              <a:t>문의: 유정근 총괄 디렉터 (010-4728-9917 | ryujean77@gmail.com)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